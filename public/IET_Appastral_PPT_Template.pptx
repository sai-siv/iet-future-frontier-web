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6"/>
  </p:normalViewPr>
  <p:slideViewPr>
    <p:cSldViewPr snapToGrid="0" snapToObjects="1">
      <p:cViewPr varScale="1">
        <p:scale>
          <a:sx n="107" d="100"/>
          <a:sy n="107" d="100"/>
        </p:scale>
        <p:origin x="176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02" y="1216144"/>
            <a:ext cx="2334865" cy="4014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57400" y="1942953"/>
            <a:ext cx="5151120" cy="884216"/>
          </a:xfrm>
          <a:prstGeom prst="rect">
            <a:avLst/>
          </a:prstGeom>
        </p:spPr>
        <p:txBody>
          <a:bodyPr vert="horz" wrap="square" lIns="0" tIns="6985" rIns="0" bIns="0" rtlCol="0" anchor="ctr">
            <a:spAutoFit/>
          </a:bodyPr>
          <a:lstStyle/>
          <a:p>
            <a:pPr marL="6350">
              <a:spcBef>
                <a:spcPts val="55"/>
              </a:spcBef>
            </a:pPr>
            <a:r>
              <a:rPr lang="en-US" sz="5700" spc="38" dirty="0">
                <a:solidFill>
                  <a:srgbClr val="561C59"/>
                </a:solidFill>
                <a:latin typeface="Franklin Gothic Medium" panose="020B0603020102020204" pitchFamily="34" charset="0"/>
              </a:rPr>
              <a:t>APPASTRAL </a:t>
            </a:r>
            <a:endParaRPr lang="en-US" sz="5700" spc="330" dirty="0">
              <a:solidFill>
                <a:srgbClr val="9A65A6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85988" y="2798083"/>
            <a:ext cx="5441950" cy="86049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algn="ctr">
              <a:spcBef>
                <a:spcPts val="2148"/>
              </a:spcBef>
            </a:pPr>
            <a:r>
              <a:rPr lang="en-US" altLang="en-US" sz="1900" dirty="0">
                <a:solidFill>
                  <a:schemeClr val="accent4">
                    <a:lumMod val="75000"/>
                  </a:schemeClr>
                </a:solidFill>
                <a:latin typeface="Trebuchet MS" panose="020B0603020202020204"/>
                <a:cs typeface="Trebuchet MS" panose="020B0603020202020204"/>
              </a:rPr>
              <a:t> </a:t>
            </a:r>
          </a:p>
          <a:p>
            <a:pPr algn="ctr">
              <a:spcBef>
                <a:spcPts val="2148"/>
              </a:spcBef>
            </a:pPr>
            <a:endParaRPr lang="en-US" altLang="en-US" sz="19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49315" y="4695945"/>
            <a:ext cx="1509078" cy="74623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" marR="2540">
              <a:lnSpc>
                <a:spcPct val="118000"/>
              </a:lnSpc>
              <a:spcBef>
                <a:spcPts val="45"/>
              </a:spcBef>
            </a:pPr>
            <a:r>
              <a:rPr sz="1400" b="1" spc="108" dirty="0">
                <a:latin typeface="Franklin Gothic Medium" panose="020B0603020102020204" pitchFamily="34" charset="0"/>
                <a:cs typeface="Trebuchet MS" panose="020B0603020202020204"/>
              </a:rPr>
              <a:t>Team</a:t>
            </a:r>
            <a:r>
              <a:rPr sz="1400" b="1" spc="-30" dirty="0">
                <a:latin typeface="Franklin Gothic Medium" panose="020B0603020102020204" pitchFamily="34" charset="0"/>
                <a:cs typeface="Trebuchet MS" panose="020B0603020202020204"/>
              </a:rPr>
              <a:t> </a:t>
            </a:r>
            <a:r>
              <a:rPr sz="1400" b="1" spc="127" dirty="0">
                <a:latin typeface="Franklin Gothic Medium" panose="020B0603020102020204" pitchFamily="34" charset="0"/>
                <a:cs typeface="Trebuchet MS" panose="020B0603020202020204"/>
              </a:rPr>
              <a:t>Name: </a:t>
            </a:r>
            <a:r>
              <a:rPr sz="1400" b="1" spc="108" dirty="0">
                <a:latin typeface="Franklin Gothic Medium" panose="020B0603020102020204" pitchFamily="34" charset="0"/>
                <a:cs typeface="Trebuchet MS" panose="020B0603020202020204"/>
              </a:rPr>
              <a:t>Team</a:t>
            </a:r>
            <a:r>
              <a:rPr sz="1400" b="1" spc="-30" dirty="0">
                <a:latin typeface="Franklin Gothic Medium" panose="020B0603020102020204" pitchFamily="34" charset="0"/>
                <a:cs typeface="Trebuchet MS" panose="020B0603020202020204"/>
              </a:rPr>
              <a:t> </a:t>
            </a:r>
            <a:r>
              <a:rPr sz="1400" b="1" spc="108" dirty="0">
                <a:latin typeface="Franklin Gothic Medium" panose="020B0603020102020204" pitchFamily="34" charset="0"/>
                <a:cs typeface="Trebuchet MS" panose="020B0603020202020204"/>
              </a:rPr>
              <a:t>Members: </a:t>
            </a:r>
            <a:r>
              <a:rPr sz="1400" b="1" spc="102" dirty="0">
                <a:latin typeface="Franklin Gothic Medium" panose="020B0603020102020204" pitchFamily="34" charset="0"/>
                <a:cs typeface="Trebuchet MS" panose="020B0603020202020204"/>
              </a:rPr>
              <a:t>College</a:t>
            </a:r>
            <a:r>
              <a:rPr sz="1400" b="1" spc="-25" dirty="0">
                <a:latin typeface="Franklin Gothic Medium" panose="020B0603020102020204" pitchFamily="34" charset="0"/>
                <a:cs typeface="Trebuchet MS" panose="020B0603020202020204"/>
              </a:rPr>
              <a:t> </a:t>
            </a:r>
            <a:r>
              <a:rPr sz="1400" b="1" spc="123" dirty="0">
                <a:latin typeface="Franklin Gothic Medium" panose="020B0603020102020204" pitchFamily="34" charset="0"/>
                <a:cs typeface="Trebuchet MS" panose="020B0603020202020204"/>
              </a:rPr>
              <a:t>Name:</a:t>
            </a:r>
            <a:endParaRPr sz="1400" dirty="0">
              <a:latin typeface="Franklin Gothic Medium" panose="020B0603020102020204" pitchFamily="34" charset="0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Describe the problem your app is solving.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Idea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Core Idea</a:t>
            </a:r>
          </a:p>
          <a:p>
            <a:r>
              <a:rPr dirty="0"/>
              <a:t> Key Features</a:t>
            </a:r>
          </a:p>
          <a:p>
            <a:r>
              <a:rPr dirty="0"/>
              <a:t> Target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Screenshots / Mockups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screenshots or mockups of your app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/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Mention the tools, frameworks, or platforms used for your app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5890"/>
            <a:ext cx="8229600" cy="1143000"/>
          </a:xfrm>
        </p:spPr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 your app idea and describe possible future improvements.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</Words>
  <Application>Microsoft Macintosh PowerPoint</Application>
  <PresentationFormat>On-screen Show (4:3)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Franklin Gothic Medium</vt:lpstr>
      <vt:lpstr>Trebuchet MS</vt:lpstr>
      <vt:lpstr>Office Theme</vt:lpstr>
      <vt:lpstr>APPASTRAL </vt:lpstr>
      <vt:lpstr>Problem Statement</vt:lpstr>
      <vt:lpstr>App Idea &amp; Features</vt:lpstr>
      <vt:lpstr>Design Screenshots / Mockups</vt:lpstr>
      <vt:lpstr>Technology / Tools Used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APPASTRAL </dc:title>
  <dc:subject/>
  <dc:creator/>
  <cp:keywords/>
  <dc:description>generated using python-pptx</dc:description>
  <cp:lastModifiedBy>kkalyansagareee</cp:lastModifiedBy>
  <cp:revision>2</cp:revision>
  <dcterms:created xsi:type="dcterms:W3CDTF">2013-01-27T09:14:16Z</dcterms:created>
  <dcterms:modified xsi:type="dcterms:W3CDTF">2025-09-26T14:17:13Z</dcterms:modified>
  <cp:category/>
</cp:coreProperties>
</file>